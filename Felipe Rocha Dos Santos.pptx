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sldIdLst>
    <p:sldId id="258" r:id="rId2"/>
    <p:sldId id="259" r:id="rId3"/>
    <p:sldId id="256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0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684"/>
      </p:cViewPr>
      <p:guideLst>
        <p:guide orient="horz" pos="390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4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54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93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225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068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2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919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06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68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714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6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4778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898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31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0731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868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327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74F9E6E-F05D-4AE4-8A4B-56011C4D4514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BC436-D33E-43F5-B85B-D0092750E6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0361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  <p:sldLayoutId id="2147483922" r:id="rId13"/>
    <p:sldLayoutId id="2147483923" r:id="rId14"/>
    <p:sldLayoutId id="2147483924" r:id="rId15"/>
    <p:sldLayoutId id="2147483925" r:id="rId16"/>
    <p:sldLayoutId id="214748392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6830" y="154258"/>
            <a:ext cx="9404723" cy="2419089"/>
          </a:xfrm>
        </p:spPr>
        <p:txBody>
          <a:bodyPr/>
          <a:lstStyle/>
          <a:p>
            <a:r>
              <a:rPr lang="pt-BR" sz="6000" i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Felipe Rocha Dos Santos</a:t>
            </a:r>
            <a:br>
              <a:rPr lang="pt-BR" sz="6000" i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pt-BR" sz="6000" i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curso:desenvolvimento de sistemas </a:t>
            </a:r>
            <a:br>
              <a:rPr lang="pt-BR" sz="6000" i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pt-BR" sz="3600" i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59ACFB-6627-9743-E36A-B80CADA11F5E}"/>
              </a:ext>
            </a:extLst>
          </p:cNvPr>
          <p:cNvSpPr txBox="1"/>
          <p:nvPr/>
        </p:nvSpPr>
        <p:spPr>
          <a:xfrm>
            <a:off x="5296209" y="241547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EB41B6-C61C-DC66-EB1D-4DF4E399E750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>
            <a:off x="1103310" y="5141950"/>
            <a:ext cx="8946541" cy="1106447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334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-1"/>
            <a:ext cx="9404723" cy="4195481"/>
          </a:xfrm>
        </p:spPr>
        <p:txBody>
          <a:bodyPr/>
          <a:lstStyle/>
          <a:p>
            <a:pPr algn="ctr"/>
            <a:r>
              <a:rPr lang="pt-BR" sz="6000" b="1" i="1" u="sng" dirty="0">
                <a:solidFill>
                  <a:schemeClr val="bg2">
                    <a:lumMod val="50000"/>
                  </a:schemeClr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Introdução sobre </a:t>
            </a:r>
            <a:r>
              <a:rPr lang="pt-BR" sz="6000" b="1" i="1" u="sng" dirty="0" err="1">
                <a:solidFill>
                  <a:schemeClr val="bg2">
                    <a:lumMod val="50000"/>
                  </a:schemeClr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Redundancia</a:t>
            </a:r>
            <a:r>
              <a:rPr lang="pt-BR" sz="6000" b="1" i="1" u="sng" dirty="0">
                <a:solidFill>
                  <a:schemeClr val="bg2">
                    <a:lumMod val="50000"/>
                  </a:schemeClr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4293" y="1803471"/>
            <a:ext cx="8946541" cy="4195481"/>
          </a:xfrm>
        </p:spPr>
        <p:txBody>
          <a:bodyPr/>
          <a:lstStyle/>
          <a:p>
            <a:pPr marL="0" indent="0">
              <a:buNone/>
            </a:pPr>
            <a:endParaRPr lang="pt-BR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marL="0" indent="0" algn="ctr">
              <a:buNone/>
            </a:pPr>
            <a:r>
              <a:rPr lang="pt-BR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 redundância é um conceito presente em diversas áreas, desde a comunicação até a tecnologia. De forma simples, ela consiste na repetição desnecessária de informações ou elementos que já foram expressos, tornando a mensagem ou o sistema menos eficiente</a:t>
            </a:r>
          </a:p>
          <a:p>
            <a:pPr marL="0" indent="0" algn="ctr">
              <a:buNone/>
            </a:pPr>
            <a:endParaRPr lang="pt-BR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278A114-25C0-AC12-72F4-0D3BC2081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4276377"/>
            <a:ext cx="1924865" cy="188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1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-710666"/>
            <a:ext cx="8944494" cy="1421331"/>
          </a:xfrm>
        </p:spPr>
        <p:txBody>
          <a:bodyPr>
            <a:normAutofit/>
          </a:bodyPr>
          <a:lstStyle/>
          <a:p>
            <a:r>
              <a:rPr lang="af-ZA" sz="4000" b="1" i="1" u="sng" dirty="0"/>
              <a:t> </a:t>
            </a:r>
            <a:endParaRPr lang="pt-BR" sz="4000" b="1" i="1" u="sng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16910" y="1049827"/>
            <a:ext cx="8220520" cy="4997726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pt-BR" sz="11200" b="1" u="sng" dirty="0">
                <a:solidFill>
                  <a:schemeClr val="bg1">
                    <a:lumMod val="90000"/>
                    <a:lumOff val="10000"/>
                  </a:schemeClr>
                </a:solidFill>
              </a:rPr>
              <a:t>O que a </a:t>
            </a:r>
            <a:r>
              <a:rPr lang="pt-BR" sz="11200" b="1" u="sng" dirty="0" err="1">
                <a:solidFill>
                  <a:schemeClr val="bg1">
                    <a:lumMod val="90000"/>
                    <a:lumOff val="10000"/>
                  </a:schemeClr>
                </a:solidFill>
              </a:rPr>
              <a:t>rendudãncia</a:t>
            </a:r>
            <a:r>
              <a:rPr lang="pt-BR" sz="11200" b="1" u="sng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faz</a:t>
            </a:r>
          </a:p>
          <a:p>
            <a:pPr algn="ctr"/>
            <a:r>
              <a:rPr lang="pt-BR" sz="72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Redundância, no geral, significa **repetição desnecessária de informações ou elementos**. Ela pode ocorrer em vários contextos, como na linguagem, na tecnologia, na comunicação, etc. Vou explicar alguns exemplos:</a:t>
            </a:r>
          </a:p>
          <a:p>
            <a:pPr algn="ctr"/>
            <a:endParaRPr lang="pt-BR" sz="72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pt-BR" sz="72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1. **Na linguagem**: Redundância é quando você repete palavras ou ideias que já foram ditas, sem necessidade, como:</a:t>
            </a:r>
          </a:p>
          <a:p>
            <a:pPr algn="ctr"/>
            <a:r>
              <a:rPr lang="pt-BR" sz="72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  * “Subir para cima”</a:t>
            </a:r>
          </a:p>
          <a:p>
            <a:pPr algn="ctr"/>
            <a:r>
              <a:rPr lang="pt-BR" sz="72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  * “Entrar dentro”</a:t>
            </a:r>
          </a:p>
          <a:p>
            <a:pPr algn="ctr"/>
            <a:r>
              <a:rPr lang="pt-BR" sz="72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    Essas repetições não acrescentam nada novo e podem deixar o texto ou a fala cansativos.</a:t>
            </a:r>
          </a:p>
          <a:p>
            <a:pPr algn="ctr"/>
            <a:endParaRPr lang="pt-BR" sz="72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pt-BR" sz="72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2. **Na comunicação**: Às vezes, redundância é usada de propósito para reforçar uma mensagem, garantindo que a pessoa entenda bem.</a:t>
            </a:r>
          </a:p>
          <a:p>
            <a:pPr algn="ctr"/>
            <a:endParaRPr lang="pt-BR" sz="72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pt-BR" sz="72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3</a:t>
            </a:r>
            <a:endParaRPr lang="pt-BR" sz="44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6301048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ECC5261-903A-1D91-0D5C-EADA4E35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854700" y="4089553"/>
            <a:ext cx="1337299" cy="200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0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98746-00AC-6138-68B0-4CDE0B3E7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526584"/>
            <a:ext cx="9404723" cy="804675"/>
          </a:xfrm>
        </p:spPr>
        <p:txBody>
          <a:bodyPr/>
          <a:lstStyle/>
          <a:p>
            <a:r>
              <a:rPr lang="pt-BR" b="1" i="1" u="sng" dirty="0">
                <a:solidFill>
                  <a:schemeClr val="bg1">
                    <a:lumMod val="90000"/>
                    <a:lumOff val="10000"/>
                  </a:schemeClr>
                </a:solidFill>
              </a:rPr>
              <a:t>Tipos de redundância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CA7241-9904-696A-6CC3-B68ADED5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402" y="1331259"/>
            <a:ext cx="8946541" cy="4195481"/>
          </a:xfrm>
        </p:spPr>
        <p:txBody>
          <a:bodyPr/>
          <a:lstStyle/>
          <a:p>
            <a:endParaRPr lang="pt-BR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pt-BR" b="1" i="0" u="none" strike="noStrike" dirty="0">
                <a:solidFill>
                  <a:srgbClr val="000000"/>
                </a:solidFill>
                <a:effectLst/>
              </a:rPr>
              <a:t>Redundância Linguística:</a:t>
            </a:r>
            <a:r>
              <a:rPr lang="pt-BR" b="0" i="0" u="none" strike="noStrike" dirty="0">
                <a:solidFill>
                  <a:srgbClr val="000000"/>
                </a:solidFill>
                <a:effectLst/>
              </a:rPr>
              <a:t> repetição desnecessária de palavras ou ideias.</a:t>
            </a:r>
          </a:p>
          <a:p>
            <a:r>
              <a:rPr lang="pt-BR" b="1" i="0" u="none" strike="noStrike" dirty="0">
                <a:solidFill>
                  <a:srgbClr val="000000"/>
                </a:solidFill>
                <a:effectLst/>
              </a:rPr>
              <a:t>Redundância Técnica:</a:t>
            </a:r>
            <a:r>
              <a:rPr lang="pt-BR" b="0" i="0" u="none" strike="noStrike" dirty="0">
                <a:solidFill>
                  <a:srgbClr val="000000"/>
                </a:solidFill>
                <a:effectLst/>
              </a:rPr>
              <a:t> duplicação de componentes para garantir funcionamento.</a:t>
            </a:r>
          </a:p>
          <a:p>
            <a:r>
              <a:rPr lang="pt-BR" b="1" i="0" u="none" strike="noStrike" dirty="0">
                <a:solidFill>
                  <a:srgbClr val="000000"/>
                </a:solidFill>
                <a:effectLst/>
              </a:rPr>
              <a:t>Redundância Informacional:</a:t>
            </a:r>
            <a:r>
              <a:rPr lang="pt-BR" b="0" i="0" u="none" strike="noStrike" dirty="0">
                <a:solidFill>
                  <a:srgbClr val="000000"/>
                </a:solidFill>
                <a:effectLst/>
              </a:rPr>
              <a:t> presença de dados extras para verificação ou correção.</a:t>
            </a:r>
          </a:p>
          <a:p>
            <a:r>
              <a:rPr lang="pt-BR" b="1" i="0" u="none" strike="noStrike" dirty="0">
                <a:solidFill>
                  <a:srgbClr val="000000"/>
                </a:solidFill>
                <a:effectLst/>
              </a:rPr>
              <a:t>Redundância Biológica:</a:t>
            </a:r>
            <a:r>
              <a:rPr lang="pt-BR" b="0" i="0" u="none" strike="noStrike" dirty="0">
                <a:solidFill>
                  <a:srgbClr val="000000"/>
                </a:solidFill>
                <a:effectLst/>
              </a:rPr>
              <a:t> estruturas ou funções repetidas no corpo humano.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270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73970" y="-1669502"/>
            <a:ext cx="8825658" cy="4702566"/>
          </a:xfrm>
        </p:spPr>
        <p:txBody>
          <a:bodyPr/>
          <a:lstStyle/>
          <a:p>
            <a:pPr algn="ctr"/>
            <a:r>
              <a:rPr lang="pt-BR" sz="3600" b="1" i="1" u="sng" dirty="0">
                <a:solidFill>
                  <a:schemeClr val="bg1">
                    <a:lumMod val="90000"/>
                    <a:lumOff val="10000"/>
                  </a:schemeClr>
                </a:solidFill>
                <a:latin typeface="Adobe Ming Std L" panose="02020300000000000000" pitchFamily="18" charset="-128"/>
                <a:ea typeface="Adobe Ming Std L" panose="02020300000000000000" pitchFamily="18" charset="-128"/>
              </a:rPr>
              <a:t>Onde e usada ?</a:t>
            </a:r>
            <a:br>
              <a:rPr lang="pt-BR" sz="3600" b="1" i="1" u="sng" dirty="0">
                <a:solidFill>
                  <a:schemeClr val="bg1">
                    <a:lumMod val="90000"/>
                    <a:lumOff val="10000"/>
                  </a:schemeClr>
                </a:solidFill>
                <a:latin typeface="Adobe Ming Std L" panose="02020300000000000000" pitchFamily="18" charset="-128"/>
                <a:ea typeface="Adobe Ming Std L" panose="02020300000000000000" pitchFamily="18" charset="-128"/>
              </a:rPr>
            </a:br>
            <a:br>
              <a:rPr lang="pt-BR" b="1" i="1" u="sng" dirty="0">
                <a:solidFill>
                  <a:schemeClr val="bg1">
                    <a:lumMod val="90000"/>
                    <a:lumOff val="10000"/>
                  </a:schemeClr>
                </a:solidFill>
                <a:latin typeface="Adobe Ming Std L" panose="02020300000000000000" pitchFamily="18" charset="-128"/>
                <a:ea typeface="Adobe Ming Std L" panose="02020300000000000000" pitchFamily="18" charset="-128"/>
              </a:rPr>
            </a:br>
            <a:endParaRPr lang="pt-BR" b="1" i="1" u="sng" dirty="0">
              <a:solidFill>
                <a:schemeClr val="bg1">
                  <a:lumMod val="90000"/>
                  <a:lumOff val="10000"/>
                </a:schemeClr>
              </a:solidFill>
              <a:latin typeface="Adobe Ming Std L" panose="02020300000000000000" pitchFamily="18" charset="-128"/>
              <a:ea typeface="Adobe Ming Std L" panose="02020300000000000000" pitchFamily="18" charset="-128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49433" y="1034586"/>
            <a:ext cx="8939995" cy="5823414"/>
          </a:xfrm>
        </p:spPr>
        <p:txBody>
          <a:bodyPr>
            <a:normAutofit fontScale="25000" lnSpcReduction="20000"/>
          </a:bodyPr>
          <a:lstStyle/>
          <a:p>
            <a:r>
              <a:rPr lang="pt-BR" sz="96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1. Em tecnologia e informática</a:t>
            </a:r>
          </a:p>
          <a:p>
            <a:r>
              <a:rPr lang="pt-BR" sz="96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Redundância de dados:</a:t>
            </a:r>
            <a:r>
              <a:rPr lang="pt-BR" sz="96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Fazer cópias de informações importantes para evitar perdas (backup).</a:t>
            </a:r>
          </a:p>
          <a:p>
            <a:r>
              <a:rPr lang="pt-BR" sz="96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Redundância em servidores e sistemas:</a:t>
            </a:r>
            <a:r>
              <a:rPr lang="pt-BR" sz="96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Ter sistemas duplicados para garantir que, se um falhar, outro assuma e tudo continue funcionando.</a:t>
            </a:r>
          </a:p>
          <a:p>
            <a:r>
              <a:rPr lang="pt-BR" sz="96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2. Na engenharia e segurança</a:t>
            </a:r>
          </a:p>
          <a:p>
            <a:r>
              <a:rPr lang="pt-BR" sz="96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Projetar equipamentos ou sistemas com peças duplicadas para garantir que o funcionamento continue mesmo se uma parte quebrar (exemplo: aviões, carros).</a:t>
            </a:r>
          </a:p>
          <a:p>
            <a:r>
              <a:rPr lang="pt-BR" sz="96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3. Na eletrônica e telecomunicações</a:t>
            </a:r>
          </a:p>
          <a:p>
            <a:r>
              <a:rPr lang="pt-BR" sz="96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Usar circuitos redundantes para evitar falhas e garantir que sinais cheguem corretamente.</a:t>
            </a:r>
          </a:p>
          <a:p>
            <a:r>
              <a:rPr lang="pt-BR" sz="96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4. No design de processos e negócios</a:t>
            </a:r>
          </a:p>
          <a:p>
            <a:r>
              <a:rPr lang="pt-BR" sz="96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Ter etapas ou procedimentos extras para minimizar falhas </a:t>
            </a:r>
            <a:endParaRPr lang="pt-BR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55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98F82-9616-3D2E-A260-173ADC0FB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u="sng" dirty="0"/>
              <a:t>Resumo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143E3F-3851-4785-2866-BF551A080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9756"/>
            <a:ext cx="8946541" cy="466864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b="1" i="0" u="none" strike="noStrike" dirty="0">
                <a:solidFill>
                  <a:srgbClr val="000000"/>
                </a:solidFill>
                <a:effectLst/>
              </a:rPr>
              <a:t>Redundância</a:t>
            </a:r>
            <a:r>
              <a:rPr lang="pt-BR" b="0" i="0" u="none" strike="noStrike" dirty="0">
                <a:solidFill>
                  <a:srgbClr val="000000"/>
                </a:solidFill>
                <a:effectLst/>
              </a:rPr>
              <a:t> é a repetição ou duplicação de elementos com o objetivo de garantir segurança, confiabilidade ou clareza. Ela pode ocorrer em diferentes </a:t>
            </a:r>
            <a:r>
              <a:rPr lang="pt-BR" dirty="0">
                <a:solidFill>
                  <a:srgbClr val="000000"/>
                </a:solidFill>
              </a:rPr>
              <a:t> contextos </a:t>
            </a:r>
            <a:endParaRPr lang="pt-BR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8845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Override1.xml><?xml version="1.0" encoding="utf-8"?>
<a:themeOverride xmlns:a="http://schemas.openxmlformats.org/drawingml/2006/main">
  <a:clrScheme name="Íon">
    <a:dk1>
      <a:sysClr val="windowText" lastClr="000000"/>
    </a:dk1>
    <a:lt1>
      <a:sysClr val="window" lastClr="FFFFFF"/>
    </a:lt1>
    <a:dk2>
      <a:srgbClr val="1E5155"/>
    </a:dk2>
    <a:lt2>
      <a:srgbClr val="EBEBEB"/>
    </a:lt2>
    <a:accent1>
      <a:srgbClr val="B01513"/>
    </a:accent1>
    <a:accent2>
      <a:srgbClr val="EA6312"/>
    </a:accent2>
    <a:accent3>
      <a:srgbClr val="E6B729"/>
    </a:accent3>
    <a:accent4>
      <a:srgbClr val="6AAC90"/>
    </a:accent4>
    <a:accent5>
      <a:srgbClr val="54849A"/>
    </a:accent5>
    <a:accent6>
      <a:srgbClr val="9E5E9B"/>
    </a:accent6>
    <a:hlink>
      <a:srgbClr val="58C1BA"/>
    </a:hlink>
    <a:folHlink>
      <a:srgbClr val="9DFFC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293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Íon</vt:lpstr>
      <vt:lpstr>Felipe Rocha Dos Santos curso:desenvolvimento de sistemas   </vt:lpstr>
      <vt:lpstr>Introdução sobre Redundancia </vt:lpstr>
      <vt:lpstr> </vt:lpstr>
      <vt:lpstr>Tipos de redundância </vt:lpstr>
      <vt:lpstr>Onde e usada ?  </vt:lpstr>
      <vt:lpstr>Resumo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Oirjtaesjosejfpasjoa\jspofpocjvoxoc pojol</dc:title>
  <dc:creator>Aluno</dc:creator>
  <cp:lastModifiedBy>fivxujncfelioe@gmail.com</cp:lastModifiedBy>
  <cp:revision>18</cp:revision>
  <dcterms:created xsi:type="dcterms:W3CDTF">2025-08-25T17:03:38Z</dcterms:created>
  <dcterms:modified xsi:type="dcterms:W3CDTF">2025-09-02T15:56:13Z</dcterms:modified>
</cp:coreProperties>
</file>